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308" r:id="rId2"/>
    <p:sldId id="309" r:id="rId3"/>
    <p:sldId id="31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41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9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0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1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5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4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51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94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19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34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2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25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4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36D483-F649-406D-B228-0E9D9CC2B8E6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34090-D3FA-4C3D-B6EA-B468282A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21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08BE8B-14BD-7FF1-B30B-191DD07FF1D6}"/>
              </a:ext>
            </a:extLst>
          </p:cNvPr>
          <p:cNvSpPr txBox="1"/>
          <p:nvPr/>
        </p:nvSpPr>
        <p:spPr>
          <a:xfrm>
            <a:off x="73445" y="51011"/>
            <a:ext cx="1204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LDO - Week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A03932-F256-BED6-CCA5-CAEAA3D3FC73}"/>
              </a:ext>
            </a:extLst>
          </p:cNvPr>
          <p:cNvSpPr txBox="1"/>
          <p:nvPr/>
        </p:nvSpPr>
        <p:spPr>
          <a:xfrm>
            <a:off x="380246" y="1195057"/>
            <a:ext cx="1128967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Previous Week: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Still working on the layout of the BGR.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Still one unresolved DRC issue.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Post-layout simulation still doesn’t work.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Lato" panose="020F0502020204030204" pitchFamily="34" charset="0"/>
              <a:ea typeface="Lato" panose="020F0502020204030204" pitchFamily="34" charset="0"/>
              <a:cs typeface="Lato" panose="020F0502020204030204" pitchFamily="34" charset="0"/>
            </a:endParaRPr>
          </a:p>
          <a:p>
            <a:endParaRPr lang="en-US" sz="2800" b="1" dirty="0">
              <a:latin typeface="Lato" panose="020F0502020204030204" pitchFamily="34" charset="0"/>
              <a:ea typeface="Lato" panose="020F0502020204030204" pitchFamily="34" charset="0"/>
              <a:cs typeface="Lato" panose="020F0502020204030204" pitchFamily="34" charset="0"/>
            </a:endParaRPr>
          </a:p>
          <a:p>
            <a:r>
              <a:rPr lang="en-US" sz="28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This Week: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Resolving the outstanding DRC issue with Tal.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Lato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Running simulations to verify the layout.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Lato" panose="020F0502020204030204" pitchFamily="34" charset="0"/>
              <a:ea typeface="Lato" panose="020F0502020204030204" pitchFamily="34" charset="0"/>
              <a:cs typeface="Lato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Lato" panose="020F0502020204030204" pitchFamily="34" charset="0"/>
              <a:ea typeface="Lato" panose="020F0502020204030204" pitchFamily="34" charset="0"/>
              <a:cs typeface="Lato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Lato" panose="020F0502020204030204" pitchFamily="34" charset="0"/>
              <a:ea typeface="Lato" panose="020F0502020204030204" pitchFamily="34" charset="0"/>
              <a:cs typeface="Lato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2F5F7D-9115-F9DD-02D1-41C63DC2B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305" y="3054566"/>
            <a:ext cx="522042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7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7DB48-899A-F276-8E8D-4726E3BF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2DDDFC99-DD5C-0C1A-5EE7-786409B1A3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39049D-3A3C-BA69-C9DB-EA8429F78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3932"/>
            <a:ext cx="12192000" cy="349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70D6D-5887-2136-7CFD-C1B73332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1931"/>
            <a:ext cx="12192000" cy="373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84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1516</TotalTime>
  <Words>46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Century Gothic</vt:lpstr>
      <vt:lpstr>Lato</vt:lpstr>
      <vt:lpstr>Wingdings 3</vt:lpstr>
      <vt:lpstr>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Arsen Arutyunov</dc:creator>
  <cp:lastModifiedBy>Arsen Arutyunov</cp:lastModifiedBy>
  <cp:revision>530</cp:revision>
  <dcterms:created xsi:type="dcterms:W3CDTF">2024-12-01T13:41:05Z</dcterms:created>
  <dcterms:modified xsi:type="dcterms:W3CDTF">2025-04-06T14:23:09Z</dcterms:modified>
</cp:coreProperties>
</file>